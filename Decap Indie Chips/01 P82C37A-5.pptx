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83" d="100"/>
          <a:sy n="83" d="100"/>
        </p:scale>
        <p:origin x="2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9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2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25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9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0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0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7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9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1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1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7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3E62E-8BB9-4188-851D-89CAC68FE0C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7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31000">
              <a:schemeClr val="accent2">
                <a:lumMod val="50000"/>
              </a:schemeClr>
            </a:gs>
            <a:gs pos="67000">
              <a:srgbClr val="FFC000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P82C37A-5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Prepared by</a:t>
            </a:r>
            <a:r>
              <a:rPr lang="en-US" smtClean="0"/>
              <a:t>: </a:t>
            </a:r>
            <a:r>
              <a:rPr lang="en-US" smtClean="0"/>
              <a:t>Applications</a:t>
            </a:r>
            <a:endParaRPr lang="en-US" dirty="0" smtClean="0"/>
          </a:p>
          <a:p>
            <a:r>
              <a:rPr lang="en-US" dirty="0" smtClean="0"/>
              <a:t>04-16-2026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43" y="174343"/>
            <a:ext cx="5040085" cy="85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5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9964" y="692792"/>
            <a:ext cx="2564567" cy="452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Post IR DECAP</a:t>
            </a:r>
          </a:p>
          <a:p>
            <a:pPr marL="0" indent="0">
              <a:buNone/>
            </a:pP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41" y="1017656"/>
            <a:ext cx="5629414" cy="21091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038" y="1017656"/>
            <a:ext cx="5291740" cy="21091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41" y="3579664"/>
            <a:ext cx="3657600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289" y="3579664"/>
            <a:ext cx="3657600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037" y="3579664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0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67" y="420624"/>
            <a:ext cx="3668889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720" y="420624"/>
            <a:ext cx="3668889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873" y="3547872"/>
            <a:ext cx="3668889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873" y="420624"/>
            <a:ext cx="3668889" cy="27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67" y="3547872"/>
            <a:ext cx="3668889" cy="2743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720" y="3547872"/>
            <a:ext cx="366888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3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P82C37A-5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Bill Pattison</dc:creator>
  <cp:lastModifiedBy>Fred Nielsen</cp:lastModifiedBy>
  <cp:revision>32</cp:revision>
  <dcterms:created xsi:type="dcterms:W3CDTF">2020-10-23T10:20:51Z</dcterms:created>
  <dcterms:modified xsi:type="dcterms:W3CDTF">2026-04-16T18:50:21Z</dcterms:modified>
</cp:coreProperties>
</file>