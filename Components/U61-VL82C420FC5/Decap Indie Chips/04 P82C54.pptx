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82" d="100"/>
          <a:sy n="82" d="100"/>
        </p:scale>
        <p:origin x="25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791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27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25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9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01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04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73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9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12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17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74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7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31000">
              <a:schemeClr val="accent2">
                <a:lumMod val="50000"/>
              </a:schemeClr>
            </a:gs>
            <a:gs pos="67000">
              <a:srgbClr val="FFC000"/>
            </a:gs>
            <a:gs pos="100000">
              <a:srgbClr val="0070C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P82C54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Prepared by</a:t>
            </a:r>
            <a:r>
              <a:rPr lang="en-US" smtClean="0"/>
              <a:t>: Applications</a:t>
            </a:r>
            <a:endParaRPr lang="en-US" dirty="0" smtClean="0"/>
          </a:p>
          <a:p>
            <a:r>
              <a:rPr lang="en-US" dirty="0" smtClean="0"/>
              <a:t>04-22-2026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43" y="174343"/>
            <a:ext cx="5040085" cy="85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957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" y="475488"/>
            <a:ext cx="3657600" cy="27432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3852" y="2802384"/>
            <a:ext cx="2564567" cy="4528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FF00"/>
                </a:solidFill>
              </a:rPr>
              <a:t>Post IR DECAP</a:t>
            </a:r>
          </a:p>
          <a:p>
            <a:pPr marL="0" indent="0">
              <a:buNone/>
            </a:pP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211" y="512064"/>
            <a:ext cx="3657600" cy="2743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272" y="512064"/>
            <a:ext cx="3657600" cy="274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35" y="3566160"/>
            <a:ext cx="3657600" cy="274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211" y="3566160"/>
            <a:ext cx="3657600" cy="27432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272" y="3566160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801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70" y="457200"/>
            <a:ext cx="3668889" cy="2743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234" y="457200"/>
            <a:ext cx="3668889" cy="2743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298" y="457200"/>
            <a:ext cx="3668889" cy="2743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69" y="3529584"/>
            <a:ext cx="3668889" cy="2743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234" y="3529584"/>
            <a:ext cx="3668889" cy="27432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298" y="3529584"/>
            <a:ext cx="366888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31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9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P82C54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Bill Pattison</dc:creator>
  <cp:lastModifiedBy>Fred Nielsen</cp:lastModifiedBy>
  <cp:revision>35</cp:revision>
  <dcterms:created xsi:type="dcterms:W3CDTF">2020-10-23T10:20:51Z</dcterms:created>
  <dcterms:modified xsi:type="dcterms:W3CDTF">2026-04-22T19:55:15Z</dcterms:modified>
</cp:coreProperties>
</file>