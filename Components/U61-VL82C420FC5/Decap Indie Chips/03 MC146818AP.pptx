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9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0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1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3E62E-8BB9-4188-851D-89CAC68FE0C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31000">
              <a:schemeClr val="accent2">
                <a:lumMod val="50000"/>
              </a:schemeClr>
            </a:gs>
            <a:gs pos="67000">
              <a:srgbClr val="FFC00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MC146818AP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</a:t>
            </a:r>
            <a:r>
              <a:rPr lang="en-US" smtClean="0"/>
              <a:t>: </a:t>
            </a:r>
            <a:r>
              <a:rPr lang="en-US" smtClean="0"/>
              <a:t>Applications</a:t>
            </a:r>
            <a:endParaRPr lang="en-US" dirty="0" smtClean="0"/>
          </a:p>
          <a:p>
            <a:r>
              <a:rPr lang="en-US" dirty="0" smtClean="0"/>
              <a:t>04-22-2026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3" y="174343"/>
            <a:ext cx="5040085" cy="8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4" y="457200"/>
            <a:ext cx="3657600" cy="2743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852" y="2802384"/>
            <a:ext cx="2564567" cy="452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Post IR DECAP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56" y="457200"/>
            <a:ext cx="3657600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408" y="475488"/>
            <a:ext cx="3657600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4" y="3547872"/>
            <a:ext cx="3657600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75" y="3602736"/>
            <a:ext cx="3657600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408" y="3602736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0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58" y="384048"/>
            <a:ext cx="3668889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02" y="384048"/>
            <a:ext cx="3668889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6" y="384048"/>
            <a:ext cx="3668889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58" y="3547872"/>
            <a:ext cx="3668889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01" y="3547872"/>
            <a:ext cx="3668889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46" y="3547872"/>
            <a:ext cx="36688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3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MC146818AP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 Pattison</dc:creator>
  <cp:lastModifiedBy>Fred Nielsen</cp:lastModifiedBy>
  <cp:revision>34</cp:revision>
  <dcterms:created xsi:type="dcterms:W3CDTF">2020-10-23T10:20:51Z</dcterms:created>
  <dcterms:modified xsi:type="dcterms:W3CDTF">2026-04-22T19:51:54Z</dcterms:modified>
</cp:coreProperties>
</file>